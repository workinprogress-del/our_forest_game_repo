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0" r:id="rId7"/>
    <p:sldId id="269" r:id="rId8"/>
    <p:sldId id="265" r:id="rId9"/>
    <p:sldId id="266" r:id="rId10"/>
    <p:sldId id="268" r:id="rId11"/>
    <p:sldId id="271" r:id="rId12"/>
    <p:sldId id="272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DE3A7-6499-4AEE-92A2-A13DF50337FE}" v="81" dt="2026-07-30T13:59:54.399"/>
    <p1510:client id="{EC3329D6-97C4-9318-39D5-BB32F0F54C06}" v="938" dt="2026-07-30T13:10:06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tan Bayramyan" userId="S::vartan.bayramyan@mybub.de::117a2765-03ae-487c-aecc-b38453655afc" providerId="AD" clId="Web-{4E2DE3A7-6499-4AEE-92A2-A13DF50337FE}"/>
    <pc:docChg chg="addSld delSld modSld sldOrd">
      <pc:chgData name="Vartan Bayramyan" userId="S::vartan.bayramyan@mybub.de::117a2765-03ae-487c-aecc-b38453655afc" providerId="AD" clId="Web-{4E2DE3A7-6499-4AEE-92A2-A13DF50337FE}" dt="2026-07-30T13:59:54.399" v="62"/>
      <pc:docMkLst>
        <pc:docMk/>
      </pc:docMkLst>
      <pc:sldChg chg="add del">
        <pc:chgData name="Vartan Bayramyan" userId="S::vartan.bayramyan@mybub.de::117a2765-03ae-487c-aecc-b38453655afc" providerId="AD" clId="Web-{4E2DE3A7-6499-4AEE-92A2-A13DF50337FE}" dt="2026-07-30T13:17:17.186" v="18"/>
        <pc:sldMkLst>
          <pc:docMk/>
          <pc:sldMk cId="683854420" sldId="261"/>
        </pc:sldMkLst>
      </pc:sldChg>
      <pc:sldChg chg="ord">
        <pc:chgData name="Vartan Bayramyan" userId="S::vartan.bayramyan@mybub.de::117a2765-03ae-487c-aecc-b38453655afc" providerId="AD" clId="Web-{4E2DE3A7-6499-4AEE-92A2-A13DF50337FE}" dt="2026-07-30T13:17:37.875" v="19"/>
        <pc:sldMkLst>
          <pc:docMk/>
          <pc:sldMk cId="2038172281" sldId="266"/>
        </pc:sldMkLst>
      </pc:sldChg>
      <pc:sldChg chg="modSp del ord">
        <pc:chgData name="Vartan Bayramyan" userId="S::vartan.bayramyan@mybub.de::117a2765-03ae-487c-aecc-b38453655afc" providerId="AD" clId="Web-{4E2DE3A7-6499-4AEE-92A2-A13DF50337FE}" dt="2026-07-30T13:14:30.679" v="7"/>
        <pc:sldMkLst>
          <pc:docMk/>
          <pc:sldMk cId="2194184597" sldId="267"/>
        </pc:sldMkLst>
        <pc:spChg chg="mod">
          <ac:chgData name="Vartan Bayramyan" userId="S::vartan.bayramyan@mybub.de::117a2765-03ae-487c-aecc-b38453655afc" providerId="AD" clId="Web-{4E2DE3A7-6499-4AEE-92A2-A13DF50337FE}" dt="2026-07-30T13:13:50.067" v="4" actId="14100"/>
          <ac:spMkLst>
            <pc:docMk/>
            <pc:sldMk cId="2194184597" sldId="267"/>
            <ac:spMk id="7" creationId="{45E7055D-409C-F0AA-F19D-1D557290B13C}"/>
          </ac:spMkLst>
        </pc:spChg>
      </pc:sldChg>
      <pc:sldChg chg="addSp delSp modSp new ord">
        <pc:chgData name="Vartan Bayramyan" userId="S::vartan.bayramyan@mybub.de::117a2765-03ae-487c-aecc-b38453655afc" providerId="AD" clId="Web-{4E2DE3A7-6499-4AEE-92A2-A13DF50337FE}" dt="2026-07-30T13:15:20.978" v="8"/>
        <pc:sldMkLst>
          <pc:docMk/>
          <pc:sldMk cId="3938245534" sldId="268"/>
        </pc:sldMkLst>
        <pc:spChg chg="del">
          <ac:chgData name="Vartan Bayramyan" userId="S::vartan.bayramyan@mybub.de::117a2765-03ae-487c-aecc-b38453655afc" providerId="AD" clId="Web-{4E2DE3A7-6499-4AEE-92A2-A13DF50337FE}" dt="2026-07-30T13:14:18.115" v="5"/>
          <ac:spMkLst>
            <pc:docMk/>
            <pc:sldMk cId="3938245534" sldId="268"/>
            <ac:spMk id="2" creationId="{021FE3E6-7ECB-4E9C-76E9-B844BA3C26AD}"/>
          </ac:spMkLst>
        </pc:spChg>
        <pc:spChg chg="del">
          <ac:chgData name="Vartan Bayramyan" userId="S::vartan.bayramyan@mybub.de::117a2765-03ae-487c-aecc-b38453655afc" providerId="AD" clId="Web-{4E2DE3A7-6499-4AEE-92A2-A13DF50337FE}" dt="2026-07-30T13:14:24.569" v="6"/>
          <ac:spMkLst>
            <pc:docMk/>
            <pc:sldMk cId="3938245534" sldId="268"/>
            <ac:spMk id="3" creationId="{A7059703-7849-31FF-4DA0-6669860EB7E9}"/>
          </ac:spMkLst>
        </pc:spChg>
        <pc:picChg chg="add mod ord">
          <ac:chgData name="Vartan Bayramyan" userId="S::vartan.bayramyan@mybub.de::117a2765-03ae-487c-aecc-b38453655afc" providerId="AD" clId="Web-{4E2DE3A7-6499-4AEE-92A2-A13DF50337FE}" dt="2026-07-30T13:14:24.569" v="6"/>
          <ac:picMkLst>
            <pc:docMk/>
            <pc:sldMk cId="3938245534" sldId="268"/>
            <ac:picMk id="4" creationId="{5FFEDF46-A8C9-FD11-FE6E-DFF3AAB22EBD}"/>
          </ac:picMkLst>
        </pc:picChg>
      </pc:sldChg>
      <pc:sldChg chg="addSp delSp modSp new del">
        <pc:chgData name="Vartan Bayramyan" userId="S::vartan.bayramyan@mybub.de::117a2765-03ae-487c-aecc-b38453655afc" providerId="AD" clId="Web-{4E2DE3A7-6499-4AEE-92A2-A13DF50337FE}" dt="2026-07-30T13:16:41.622" v="14"/>
        <pc:sldMkLst>
          <pc:docMk/>
          <pc:sldMk cId="338798531" sldId="269"/>
        </pc:sldMkLst>
        <pc:spChg chg="del">
          <ac:chgData name="Vartan Bayramyan" userId="S::vartan.bayramyan@mybub.de::117a2765-03ae-487c-aecc-b38453655afc" providerId="AD" clId="Web-{4E2DE3A7-6499-4AEE-92A2-A13DF50337FE}" dt="2026-07-30T13:16:19.012" v="10"/>
          <ac:spMkLst>
            <pc:docMk/>
            <pc:sldMk cId="338798531" sldId="269"/>
            <ac:spMk id="2" creationId="{0D88BABC-1952-1963-5D35-E45A45D61564}"/>
          </ac:spMkLst>
        </pc:spChg>
        <pc:spChg chg="del">
          <ac:chgData name="Vartan Bayramyan" userId="S::vartan.bayramyan@mybub.de::117a2765-03ae-487c-aecc-b38453655afc" providerId="AD" clId="Web-{4E2DE3A7-6499-4AEE-92A2-A13DF50337FE}" dt="2026-07-30T13:16:22.762" v="11"/>
          <ac:spMkLst>
            <pc:docMk/>
            <pc:sldMk cId="338798531" sldId="269"/>
            <ac:spMk id="3" creationId="{C7C0B263-DDCB-5646-BCDA-9C0BEC151FE2}"/>
          </ac:spMkLst>
        </pc:spChg>
        <pc:picChg chg="add mod ord">
          <ac:chgData name="Vartan Bayramyan" userId="S::vartan.bayramyan@mybub.de::117a2765-03ae-487c-aecc-b38453655afc" providerId="AD" clId="Web-{4E2DE3A7-6499-4AEE-92A2-A13DF50337FE}" dt="2026-07-30T13:16:22.762" v="11"/>
          <ac:picMkLst>
            <pc:docMk/>
            <pc:sldMk cId="338798531" sldId="269"/>
            <ac:picMk id="4" creationId="{4551D082-1661-8105-90B7-7B027B7786BC}"/>
          </ac:picMkLst>
        </pc:picChg>
      </pc:sldChg>
      <pc:sldChg chg="addSp delSp modSp new">
        <pc:chgData name="Vartan Bayramyan" userId="S::vartan.bayramyan@mybub.de::117a2765-03ae-487c-aecc-b38453655afc" providerId="AD" clId="Web-{4E2DE3A7-6499-4AEE-92A2-A13DF50337FE}" dt="2026-07-30T13:17:14.998" v="17"/>
        <pc:sldMkLst>
          <pc:docMk/>
          <pc:sldMk cId="457915458" sldId="269"/>
        </pc:sldMkLst>
        <pc:spChg chg="del">
          <ac:chgData name="Vartan Bayramyan" userId="S::vartan.bayramyan@mybub.de::117a2765-03ae-487c-aecc-b38453655afc" providerId="AD" clId="Web-{4E2DE3A7-6499-4AEE-92A2-A13DF50337FE}" dt="2026-07-30T13:17:10.014" v="16"/>
          <ac:spMkLst>
            <pc:docMk/>
            <pc:sldMk cId="457915458" sldId="269"/>
            <ac:spMk id="2" creationId="{E47C25A5-C4F7-9CC4-E9A2-7F26B898E971}"/>
          </ac:spMkLst>
        </pc:spChg>
        <pc:spChg chg="del">
          <ac:chgData name="Vartan Bayramyan" userId="S::vartan.bayramyan@mybub.de::117a2765-03ae-487c-aecc-b38453655afc" providerId="AD" clId="Web-{4E2DE3A7-6499-4AEE-92A2-A13DF50337FE}" dt="2026-07-30T13:17:14.998" v="17"/>
          <ac:spMkLst>
            <pc:docMk/>
            <pc:sldMk cId="457915458" sldId="269"/>
            <ac:spMk id="3" creationId="{0CB4CEE5-8075-0E72-6FA7-A8212F087D0D}"/>
          </ac:spMkLst>
        </pc:spChg>
        <pc:picChg chg="add mod ord">
          <ac:chgData name="Vartan Bayramyan" userId="S::vartan.bayramyan@mybub.de::117a2765-03ae-487c-aecc-b38453655afc" providerId="AD" clId="Web-{4E2DE3A7-6499-4AEE-92A2-A13DF50337FE}" dt="2026-07-30T13:17:14.998" v="17"/>
          <ac:picMkLst>
            <pc:docMk/>
            <pc:sldMk cId="457915458" sldId="269"/>
            <ac:picMk id="4" creationId="{85335EA1-FA8D-55DB-953D-FC4C3736E448}"/>
          </ac:picMkLst>
        </pc:picChg>
      </pc:sldChg>
      <pc:sldChg chg="addSp delSp modSp new add del">
        <pc:chgData name="Vartan Bayramyan" userId="S::vartan.bayramyan@mybub.de::117a2765-03ae-487c-aecc-b38453655afc" providerId="AD" clId="Web-{4E2DE3A7-6499-4AEE-92A2-A13DF50337FE}" dt="2026-07-30T13:36:06.892" v="55"/>
        <pc:sldMkLst>
          <pc:docMk/>
          <pc:sldMk cId="1637332579" sldId="270"/>
        </pc:sldMkLst>
        <pc:spChg chg="del">
          <ac:chgData name="Vartan Bayramyan" userId="S::vartan.bayramyan@mybub.de::117a2765-03ae-487c-aecc-b38453655afc" providerId="AD" clId="Web-{4E2DE3A7-6499-4AEE-92A2-A13DF50337FE}" dt="2026-07-30T13:32:08.647" v="22"/>
          <ac:spMkLst>
            <pc:docMk/>
            <pc:sldMk cId="1637332579" sldId="270"/>
            <ac:spMk id="2" creationId="{A31D55AF-8E2C-A893-4A81-A5015B502D66}"/>
          </ac:spMkLst>
        </pc:spChg>
        <pc:spChg chg="del mod">
          <ac:chgData name="Vartan Bayramyan" userId="S::vartan.bayramyan@mybub.de::117a2765-03ae-487c-aecc-b38453655afc" providerId="AD" clId="Web-{4E2DE3A7-6499-4AEE-92A2-A13DF50337FE}" dt="2026-07-30T13:32:17.241" v="23"/>
          <ac:spMkLst>
            <pc:docMk/>
            <pc:sldMk cId="1637332579" sldId="270"/>
            <ac:spMk id="3" creationId="{99179EE4-0B56-3FFB-6822-602202662FE5}"/>
          </ac:spMkLst>
        </pc:spChg>
        <pc:spChg chg="add mod">
          <ac:chgData name="Vartan Bayramyan" userId="S::vartan.bayramyan@mybub.de::117a2765-03ae-487c-aecc-b38453655afc" providerId="AD" clId="Web-{4E2DE3A7-6499-4AEE-92A2-A13DF50337FE}" dt="2026-07-30T13:35:22.750" v="50" actId="20577"/>
          <ac:spMkLst>
            <pc:docMk/>
            <pc:sldMk cId="1637332579" sldId="270"/>
            <ac:spMk id="5" creationId="{C9DFB54D-6480-BCCB-39AB-30008C88BE5A}"/>
          </ac:spMkLst>
        </pc:spChg>
        <pc:picChg chg="add mod ord">
          <ac:chgData name="Vartan Bayramyan" userId="S::vartan.bayramyan@mybub.de::117a2765-03ae-487c-aecc-b38453655afc" providerId="AD" clId="Web-{4E2DE3A7-6499-4AEE-92A2-A13DF50337FE}" dt="2026-07-30T13:32:17.241" v="23"/>
          <ac:picMkLst>
            <pc:docMk/>
            <pc:sldMk cId="1637332579" sldId="270"/>
            <ac:picMk id="4" creationId="{62ACBEAB-8222-DA9F-C57C-258C7EEC3DA9}"/>
          </ac:picMkLst>
        </pc:picChg>
      </pc:sldChg>
      <pc:sldChg chg="addSp delSp modSp new">
        <pc:chgData name="Vartan Bayramyan" userId="S::vartan.bayramyan@mybub.de::117a2765-03ae-487c-aecc-b38453655afc" providerId="AD" clId="Web-{4E2DE3A7-6499-4AEE-92A2-A13DF50337FE}" dt="2026-07-30T13:36:04.611" v="54"/>
        <pc:sldMkLst>
          <pc:docMk/>
          <pc:sldMk cId="2515010885" sldId="271"/>
        </pc:sldMkLst>
        <pc:spChg chg="del">
          <ac:chgData name="Vartan Bayramyan" userId="S::vartan.bayramyan@mybub.de::117a2765-03ae-487c-aecc-b38453655afc" providerId="AD" clId="Web-{4E2DE3A7-6499-4AEE-92A2-A13DF50337FE}" dt="2026-07-30T13:33:25.729" v="38"/>
          <ac:spMkLst>
            <pc:docMk/>
            <pc:sldMk cId="2515010885" sldId="271"/>
            <ac:spMk id="2" creationId="{2EADBE10-1928-4C8F-3DF4-00D2B4C195A4}"/>
          </ac:spMkLst>
        </pc:spChg>
        <pc:spChg chg="add del mod">
          <ac:chgData name="Vartan Bayramyan" userId="S::vartan.bayramyan@mybub.de::117a2765-03ae-487c-aecc-b38453655afc" providerId="AD" clId="Web-{4E2DE3A7-6499-4AEE-92A2-A13DF50337FE}" dt="2026-07-30T13:36:04.611" v="54"/>
          <ac:spMkLst>
            <pc:docMk/>
            <pc:sldMk cId="2515010885" sldId="271"/>
            <ac:spMk id="3" creationId="{F267E06C-EA53-87A3-5BAE-5E7F2B73BD1C}"/>
          </ac:spMkLst>
        </pc:spChg>
        <pc:picChg chg="add del mod ord">
          <ac:chgData name="Vartan Bayramyan" userId="S::vartan.bayramyan@mybub.de::117a2765-03ae-487c-aecc-b38453655afc" providerId="AD" clId="Web-{4E2DE3A7-6499-4AEE-92A2-A13DF50337FE}" dt="2026-07-30T13:34:58.842" v="46"/>
          <ac:picMkLst>
            <pc:docMk/>
            <pc:sldMk cId="2515010885" sldId="271"/>
            <ac:picMk id="4" creationId="{266F76A8-E2FF-99EC-6EF8-7B930DB83CA7}"/>
          </ac:picMkLst>
        </pc:picChg>
        <pc:picChg chg="add mod ord">
          <ac:chgData name="Vartan Bayramyan" userId="S::vartan.bayramyan@mybub.de::117a2765-03ae-487c-aecc-b38453655afc" providerId="AD" clId="Web-{4E2DE3A7-6499-4AEE-92A2-A13DF50337FE}" dt="2026-07-30T13:36:04.611" v="54"/>
          <ac:picMkLst>
            <pc:docMk/>
            <pc:sldMk cId="2515010885" sldId="271"/>
            <ac:picMk id="5" creationId="{6763A4AA-BF09-BAF0-D99E-A63CABC8F687}"/>
          </ac:picMkLst>
        </pc:picChg>
      </pc:sldChg>
      <pc:sldChg chg="addSp delSp modSp new">
        <pc:chgData name="Vartan Bayramyan" userId="S::vartan.bayramyan@mybub.de::117a2765-03ae-487c-aecc-b38453655afc" providerId="AD" clId="Web-{4E2DE3A7-6499-4AEE-92A2-A13DF50337FE}" dt="2026-07-30T13:59:54.399" v="62"/>
        <pc:sldMkLst>
          <pc:docMk/>
          <pc:sldMk cId="1797145060" sldId="272"/>
        </pc:sldMkLst>
        <pc:spChg chg="del">
          <ac:chgData name="Vartan Bayramyan" userId="S::vartan.bayramyan@mybub.de::117a2765-03ae-487c-aecc-b38453655afc" providerId="AD" clId="Web-{4E2DE3A7-6499-4AEE-92A2-A13DF50337FE}" dt="2026-07-30T13:57:47.832" v="57"/>
          <ac:spMkLst>
            <pc:docMk/>
            <pc:sldMk cId="1797145060" sldId="272"/>
            <ac:spMk id="2" creationId="{FAABE9C6-864E-DE6B-8180-287B53A0B7CA}"/>
          </ac:spMkLst>
        </pc:spChg>
        <pc:spChg chg="del">
          <ac:chgData name="Vartan Bayramyan" userId="S::vartan.bayramyan@mybub.de::117a2765-03ae-487c-aecc-b38453655afc" providerId="AD" clId="Web-{4E2DE3A7-6499-4AEE-92A2-A13DF50337FE}" dt="2026-07-30T13:57:52.145" v="58"/>
          <ac:spMkLst>
            <pc:docMk/>
            <pc:sldMk cId="1797145060" sldId="272"/>
            <ac:spMk id="3" creationId="{76F84E56-759F-BDCC-4FF0-179AD7061DE0}"/>
          </ac:spMkLst>
        </pc:spChg>
        <pc:spChg chg="add del mod">
          <ac:chgData name="Vartan Bayramyan" userId="S::vartan.bayramyan@mybub.de::117a2765-03ae-487c-aecc-b38453655afc" providerId="AD" clId="Web-{4E2DE3A7-6499-4AEE-92A2-A13DF50337FE}" dt="2026-07-30T13:59:54.399" v="62"/>
          <ac:spMkLst>
            <pc:docMk/>
            <pc:sldMk cId="1797145060" sldId="272"/>
            <ac:spMk id="6" creationId="{1DD7552F-F316-8BDF-FCE7-EB51912F69ED}"/>
          </ac:spMkLst>
        </pc:spChg>
        <pc:picChg chg="add del mod ord modCrop">
          <ac:chgData name="Vartan Bayramyan" userId="S::vartan.bayramyan@mybub.de::117a2765-03ae-487c-aecc-b38453655afc" providerId="AD" clId="Web-{4E2DE3A7-6499-4AEE-92A2-A13DF50337FE}" dt="2026-07-30T13:59:29.945" v="61"/>
          <ac:picMkLst>
            <pc:docMk/>
            <pc:sldMk cId="1797145060" sldId="272"/>
            <ac:picMk id="4" creationId="{96AC5F26-58DC-B5E5-2D73-E248544DBBE7}"/>
          </ac:picMkLst>
        </pc:picChg>
        <pc:picChg chg="add mod ord">
          <ac:chgData name="Vartan Bayramyan" userId="S::vartan.bayramyan@mybub.de::117a2765-03ae-487c-aecc-b38453655afc" providerId="AD" clId="Web-{4E2DE3A7-6499-4AEE-92A2-A13DF50337FE}" dt="2026-07-30T13:59:54.399" v="62"/>
          <ac:picMkLst>
            <pc:docMk/>
            <pc:sldMk cId="1797145060" sldId="272"/>
            <ac:picMk id="7" creationId="{ACF196A0-CDBE-9925-90CF-ADA0CAD16647}"/>
          </ac:picMkLst>
        </pc:picChg>
      </pc:sldChg>
    </pc:docChg>
  </pc:docChgLst>
  <pc:docChgLst>
    <pc:chgData name="Vartan Bayramyan" userId="S::vartan.bayramyan@mybub.de::117a2765-03ae-487c-aecc-b38453655afc" providerId="AD" clId="Web-{EC3329D6-97C4-9318-39D5-BB32F0F54C06}"/>
    <pc:docChg chg="addSld delSld modSld">
      <pc:chgData name="Vartan Bayramyan" userId="S::vartan.bayramyan@mybub.de::117a2765-03ae-487c-aecc-b38453655afc" providerId="AD" clId="Web-{EC3329D6-97C4-9318-39D5-BB32F0F54C06}" dt="2026-07-30T13:10:06.027" v="544" actId="20577"/>
      <pc:docMkLst>
        <pc:docMk/>
      </pc:docMkLst>
      <pc:sldChg chg="del">
        <pc:chgData name="Vartan Bayramyan" userId="S::vartan.bayramyan@mybub.de::117a2765-03ae-487c-aecc-b38453655afc" providerId="AD" clId="Web-{EC3329D6-97C4-9318-39D5-BB32F0F54C06}" dt="2026-07-30T11:41:40.167" v="235"/>
        <pc:sldMkLst>
          <pc:docMk/>
          <pc:sldMk cId="1577499883" sldId="256"/>
        </pc:sldMkLst>
      </pc:sldChg>
      <pc:sldChg chg="addSp delSp modSp new">
        <pc:chgData name="Vartan Bayramyan" userId="S::vartan.bayramyan@mybub.de::117a2765-03ae-487c-aecc-b38453655afc" providerId="AD" clId="Web-{EC3329D6-97C4-9318-39D5-BB32F0F54C06}" dt="2026-07-30T11:36:35.408" v="182" actId="20577"/>
        <pc:sldMkLst>
          <pc:docMk/>
          <pc:sldMk cId="1608307601" sldId="257"/>
        </pc:sldMkLst>
        <pc:spChg chg="del">
          <ac:chgData name="Vartan Bayramyan" userId="S::vartan.bayramyan@mybub.de::117a2765-03ae-487c-aecc-b38453655afc" providerId="AD" clId="Web-{EC3329D6-97C4-9318-39D5-BB32F0F54C06}" dt="2026-07-30T11:15:15.317" v="41"/>
          <ac:spMkLst>
            <pc:docMk/>
            <pc:sldMk cId="1608307601" sldId="257"/>
            <ac:spMk id="2" creationId="{3534876F-3A0B-8AF9-F2A6-DE037F095B59}"/>
          </ac:spMkLst>
        </pc:spChg>
        <pc:spChg chg="del mod">
          <ac:chgData name="Vartan Bayramyan" userId="S::vartan.bayramyan@mybub.de::117a2765-03ae-487c-aecc-b38453655afc" providerId="AD" clId="Web-{EC3329D6-97C4-9318-39D5-BB32F0F54C06}" dt="2026-07-30T11:07:45.724" v="3"/>
          <ac:spMkLst>
            <pc:docMk/>
            <pc:sldMk cId="1608307601" sldId="257"/>
            <ac:spMk id="3" creationId="{8CE34261-E254-E9A2-60BC-38C0683FAC1B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13:04.641" v="16" actId="20577"/>
          <ac:spMkLst>
            <pc:docMk/>
            <pc:sldMk cId="1608307601" sldId="257"/>
            <ac:spMk id="5" creationId="{ACDB8EFA-15C9-ADA0-8EE0-2E29AA54D914}"/>
          </ac:spMkLst>
        </pc:spChg>
        <pc:spChg chg="add del">
          <ac:chgData name="Vartan Bayramyan" userId="S::vartan.bayramyan@mybub.de::117a2765-03ae-487c-aecc-b38453655afc" providerId="AD" clId="Web-{EC3329D6-97C4-9318-39D5-BB32F0F54C06}" dt="2026-07-30T11:13:00.532" v="15"/>
          <ac:spMkLst>
            <pc:docMk/>
            <pc:sldMk cId="1608307601" sldId="257"/>
            <ac:spMk id="6" creationId="{D6258DE2-0C5A-9DFD-7003-EBD25887E62F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36:35.408" v="182" actId="20577"/>
          <ac:spMkLst>
            <pc:docMk/>
            <pc:sldMk cId="1608307601" sldId="257"/>
            <ac:spMk id="7" creationId="{E6072286-4D64-8B0A-F0CF-D38E9BAACBCC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1:13:44.361" v="35" actId="1076"/>
          <ac:picMkLst>
            <pc:docMk/>
            <pc:sldMk cId="1608307601" sldId="257"/>
            <ac:picMk id="4" creationId="{9878874E-8C20-489A-B267-173A57ACB4BC}"/>
          </ac:picMkLst>
        </pc:picChg>
      </pc:sldChg>
      <pc:sldChg chg="addSp delSp modSp new">
        <pc:chgData name="Vartan Bayramyan" userId="S::vartan.bayramyan@mybub.de::117a2765-03ae-487c-aecc-b38453655afc" providerId="AD" clId="Web-{EC3329D6-97C4-9318-39D5-BB32F0F54C06}" dt="2026-07-30T11:22:53.459" v="84" actId="20577"/>
        <pc:sldMkLst>
          <pc:docMk/>
          <pc:sldMk cId="1222177024" sldId="258"/>
        </pc:sldMkLst>
        <pc:spChg chg="del">
          <ac:chgData name="Vartan Bayramyan" userId="S::vartan.bayramyan@mybub.de::117a2765-03ae-487c-aecc-b38453655afc" providerId="AD" clId="Web-{EC3329D6-97C4-9318-39D5-BB32F0F54C06}" dt="2026-07-30T11:20:51.049" v="43"/>
          <ac:spMkLst>
            <pc:docMk/>
            <pc:sldMk cId="1222177024" sldId="258"/>
            <ac:spMk id="2" creationId="{5B55CFC8-6DE0-2DCA-3BC3-3A6CC0A6E048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1:21:06.893" v="44"/>
          <ac:spMkLst>
            <pc:docMk/>
            <pc:sldMk cId="1222177024" sldId="258"/>
            <ac:spMk id="3" creationId="{6288939A-CB42-CA12-E7A6-C389CB65302E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22:46.974" v="82" actId="14100"/>
          <ac:spMkLst>
            <pc:docMk/>
            <pc:sldMk cId="1222177024" sldId="258"/>
            <ac:spMk id="5" creationId="{A943DB0C-022C-EBF7-F5E0-0578F8D90E94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22:53.459" v="84" actId="20577"/>
          <ac:spMkLst>
            <pc:docMk/>
            <pc:sldMk cId="1222177024" sldId="258"/>
            <ac:spMk id="6" creationId="{A3474C5E-8A3F-9B27-1BC1-E33A1A6ED11F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1:21:15.378" v="45" actId="14100"/>
          <ac:picMkLst>
            <pc:docMk/>
            <pc:sldMk cId="1222177024" sldId="258"/>
            <ac:picMk id="4" creationId="{C5EDE7F8-0D4B-9664-AD74-2AFBA254AAA7}"/>
          </ac:picMkLst>
        </pc:picChg>
      </pc:sldChg>
      <pc:sldChg chg="addSp delSp modSp new del">
        <pc:chgData name="Vartan Bayramyan" userId="S::vartan.bayramyan@mybub.de::117a2765-03ae-487c-aecc-b38453655afc" providerId="AD" clId="Web-{EC3329D6-97C4-9318-39D5-BB32F0F54C06}" dt="2026-07-30T11:39:36.632" v="234"/>
        <pc:sldMkLst>
          <pc:docMk/>
          <pc:sldMk cId="3568988707" sldId="259"/>
        </pc:sldMkLst>
        <pc:spChg chg="del">
          <ac:chgData name="Vartan Bayramyan" userId="S::vartan.bayramyan@mybub.de::117a2765-03ae-487c-aecc-b38453655afc" providerId="AD" clId="Web-{EC3329D6-97C4-9318-39D5-BB32F0F54C06}" dt="2026-07-30T11:30:17.800" v="86"/>
          <ac:spMkLst>
            <pc:docMk/>
            <pc:sldMk cId="3568988707" sldId="259"/>
            <ac:spMk id="2" creationId="{4B4377AC-78DD-24E4-323E-DA7B17CC38AB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1:32:38.759" v="87"/>
          <ac:spMkLst>
            <pc:docMk/>
            <pc:sldMk cId="3568988707" sldId="259"/>
            <ac:spMk id="3" creationId="{19A1D1B5-DC8E-77D8-BF2B-F8EB7AA09262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33:14.244" v="93"/>
          <ac:spMkLst>
            <pc:docMk/>
            <pc:sldMk cId="3568988707" sldId="259"/>
            <ac:spMk id="5" creationId="{77E2B604-06F7-8E6E-A71B-F5B1D567B80D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38:59.881" v="231" actId="20577"/>
          <ac:spMkLst>
            <pc:docMk/>
            <pc:sldMk cId="3568988707" sldId="259"/>
            <ac:spMk id="6" creationId="{D01D74DF-EF08-C79B-61F3-BB297CA4E304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1:32:38.759" v="87"/>
          <ac:picMkLst>
            <pc:docMk/>
            <pc:sldMk cId="3568988707" sldId="259"/>
            <ac:picMk id="4" creationId="{75719923-1CCC-2FE5-6860-4A154D3EB589}"/>
          </ac:picMkLst>
        </pc:picChg>
      </pc:sldChg>
      <pc:sldChg chg="addSp delSp modSp new">
        <pc:chgData name="Vartan Bayramyan" userId="S::vartan.bayramyan@mybub.de::117a2765-03ae-487c-aecc-b38453655afc" providerId="AD" clId="Web-{EC3329D6-97C4-9318-39D5-BB32F0F54C06}" dt="2026-07-30T11:39:31.116" v="233"/>
        <pc:sldMkLst>
          <pc:docMk/>
          <pc:sldMk cId="2474921389" sldId="260"/>
        </pc:sldMkLst>
        <pc:spChg chg="del">
          <ac:chgData name="Vartan Bayramyan" userId="S::vartan.bayramyan@mybub.de::117a2765-03ae-487c-aecc-b38453655afc" providerId="AD" clId="Web-{EC3329D6-97C4-9318-39D5-BB32F0F54C06}" dt="2026-07-30T11:39:28.038" v="232"/>
          <ac:spMkLst>
            <pc:docMk/>
            <pc:sldMk cId="2474921389" sldId="260"/>
            <ac:spMk id="2" creationId="{4AAEFBAC-61D5-D060-5353-3B5698B6CF05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1:39:31.116" v="233"/>
          <ac:spMkLst>
            <pc:docMk/>
            <pc:sldMk cId="2474921389" sldId="260"/>
            <ac:spMk id="3" creationId="{D528B8CE-A546-EEEA-9F5F-041662D22A8A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1:39:31.116" v="233"/>
          <ac:picMkLst>
            <pc:docMk/>
            <pc:sldMk cId="2474921389" sldId="260"/>
            <ac:picMk id="4" creationId="{B5127211-174F-441A-1F78-09DDDF41F58A}"/>
          </ac:picMkLst>
        </pc:picChg>
      </pc:sldChg>
      <pc:sldChg chg="addSp delSp modSp new">
        <pc:chgData name="Vartan Bayramyan" userId="S::vartan.bayramyan@mybub.de::117a2765-03ae-487c-aecc-b38453655afc" providerId="AD" clId="Web-{EC3329D6-97C4-9318-39D5-BB32F0F54C06}" dt="2026-07-30T11:50:32.622" v="311" actId="20577"/>
        <pc:sldMkLst>
          <pc:docMk/>
          <pc:sldMk cId="683854420" sldId="261"/>
        </pc:sldMkLst>
        <pc:spChg chg="del">
          <ac:chgData name="Vartan Bayramyan" userId="S::vartan.bayramyan@mybub.de::117a2765-03ae-487c-aecc-b38453655afc" providerId="AD" clId="Web-{EC3329D6-97C4-9318-39D5-BB32F0F54C06}" dt="2026-07-30T11:44:41.390" v="239"/>
          <ac:spMkLst>
            <pc:docMk/>
            <pc:sldMk cId="683854420" sldId="261"/>
            <ac:spMk id="2" creationId="{940ABB6D-1CAC-D3D6-7A3B-E6EF6392C0EA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1:44:22.843" v="237"/>
          <ac:spMkLst>
            <pc:docMk/>
            <pc:sldMk cId="683854420" sldId="261"/>
            <ac:spMk id="3" creationId="{89DB6969-49E0-27B8-1F20-702C89A79FD1}"/>
          </ac:spMkLst>
        </pc:spChg>
        <pc:spChg chg="add del mod">
          <ac:chgData name="Vartan Bayramyan" userId="S::vartan.bayramyan@mybub.de::117a2765-03ae-487c-aecc-b38453655afc" providerId="AD" clId="Web-{EC3329D6-97C4-9318-39D5-BB32F0F54C06}" dt="2026-07-30T11:45:01.454" v="242"/>
          <ac:spMkLst>
            <pc:docMk/>
            <pc:sldMk cId="683854420" sldId="261"/>
            <ac:spMk id="5" creationId="{8BACABA5-CF09-2EE0-722E-693A2F4FC4CF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48:30.445" v="307" actId="14100"/>
          <ac:spMkLst>
            <pc:docMk/>
            <pc:sldMk cId="683854420" sldId="261"/>
            <ac:spMk id="6" creationId="{5FE8AD50-9645-98FC-08BC-4CFC77C5A927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1:50:32.622" v="311" actId="20577"/>
          <ac:spMkLst>
            <pc:docMk/>
            <pc:sldMk cId="683854420" sldId="261"/>
            <ac:spMk id="7" creationId="{F330ABD9-1F92-6591-29AC-692DA783595F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1:44:22.843" v="237"/>
          <ac:picMkLst>
            <pc:docMk/>
            <pc:sldMk cId="683854420" sldId="261"/>
            <ac:picMk id="4" creationId="{1D660AAE-A236-8252-2775-A3CEC7825F82}"/>
          </ac:picMkLst>
        </pc:picChg>
      </pc:sldChg>
      <pc:sldChg chg="addSp delSp modSp new del">
        <pc:chgData name="Vartan Bayramyan" userId="S::vartan.bayramyan@mybub.de::117a2765-03ae-487c-aecc-b38453655afc" providerId="AD" clId="Web-{EC3329D6-97C4-9318-39D5-BB32F0F54C06}" dt="2026-07-30T12:59:34.742" v="452"/>
        <pc:sldMkLst>
          <pc:docMk/>
          <pc:sldMk cId="1477756841" sldId="262"/>
        </pc:sldMkLst>
        <pc:spChg chg="del">
          <ac:chgData name="Vartan Bayramyan" userId="S::vartan.bayramyan@mybub.de::117a2765-03ae-487c-aecc-b38453655afc" providerId="AD" clId="Web-{EC3329D6-97C4-9318-39D5-BB32F0F54C06}" dt="2026-07-30T11:51:17.936" v="313"/>
          <ac:spMkLst>
            <pc:docMk/>
            <pc:sldMk cId="1477756841" sldId="262"/>
            <ac:spMk id="2" creationId="{D4E41F95-B3AD-8C68-ECDE-2F1E7E3506C3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1:59:38.748" v="314"/>
          <ac:spMkLst>
            <pc:docMk/>
            <pc:sldMk cId="1477756841" sldId="262"/>
            <ac:spMk id="3" creationId="{285B679B-7DFC-6463-EDB2-140F2442AA15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2:00:35.453" v="350" actId="14100"/>
          <ac:spMkLst>
            <pc:docMk/>
            <pc:sldMk cId="1477756841" sldId="262"/>
            <ac:spMk id="5" creationId="{3C46D691-6FFE-E469-2108-E8042CD85BB7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2:58:45.021" v="448" actId="20577"/>
          <ac:spMkLst>
            <pc:docMk/>
            <pc:sldMk cId="1477756841" sldId="262"/>
            <ac:spMk id="6" creationId="{A55A710D-491A-A36C-B6FD-2A1EA1683489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1:59:38.748" v="314"/>
          <ac:picMkLst>
            <pc:docMk/>
            <pc:sldMk cId="1477756841" sldId="262"/>
            <ac:picMk id="4" creationId="{E2B01677-E7F6-DD14-085C-AA6882FD14EC}"/>
          </ac:picMkLst>
        </pc:picChg>
      </pc:sldChg>
      <pc:sldChg chg="addSp delSp modSp new del addAnim">
        <pc:chgData name="Vartan Bayramyan" userId="S::vartan.bayramyan@mybub.de::117a2765-03ae-487c-aecc-b38453655afc" providerId="AD" clId="Web-{EC3329D6-97C4-9318-39D5-BB32F0F54C06}" dt="2026-07-30T12:56:13.626" v="424"/>
        <pc:sldMkLst>
          <pc:docMk/>
          <pc:sldMk cId="3499632221" sldId="263"/>
        </pc:sldMkLst>
        <pc:spChg chg="del">
          <ac:chgData name="Vartan Bayramyan" userId="S::vartan.bayramyan@mybub.de::117a2765-03ae-487c-aecc-b38453655afc" providerId="AD" clId="Web-{EC3329D6-97C4-9318-39D5-BB32F0F54C06}" dt="2026-07-30T12:28:22.276" v="361"/>
          <ac:spMkLst>
            <pc:docMk/>
            <pc:sldMk cId="3499632221" sldId="263"/>
            <ac:spMk id="2" creationId="{DF3EF5E8-C4A1-A72E-0717-916856033326}"/>
          </ac:spMkLst>
        </pc:spChg>
        <pc:spChg chg="mod">
          <ac:chgData name="Vartan Bayramyan" userId="S::vartan.bayramyan@mybub.de::117a2765-03ae-487c-aecc-b38453655afc" providerId="AD" clId="Web-{EC3329D6-97C4-9318-39D5-BB32F0F54C06}" dt="2026-07-30T12:48:26.283" v="364" actId="14100"/>
          <ac:spMkLst>
            <pc:docMk/>
            <pc:sldMk cId="3499632221" sldId="263"/>
            <ac:spMk id="3" creationId="{7D0E02D8-9610-04DD-E362-AE6EFF3CE506}"/>
          </ac:spMkLst>
        </pc:spChg>
        <pc:picChg chg="add mod">
          <ac:chgData name="Vartan Bayramyan" userId="S::vartan.bayramyan@mybub.de::117a2765-03ae-487c-aecc-b38453655afc" providerId="AD" clId="Web-{EC3329D6-97C4-9318-39D5-BB32F0F54C06}" dt="2026-07-30T12:48:29.564" v="365" actId="14100"/>
          <ac:picMkLst>
            <pc:docMk/>
            <pc:sldMk cId="3499632221" sldId="263"/>
            <ac:picMk id="4" creationId="{57F3A7E8-F2E3-9B56-780E-17944F7A7382}"/>
          </ac:picMkLst>
        </pc:picChg>
      </pc:sldChg>
      <pc:sldChg chg="addSp delSp modSp new del">
        <pc:chgData name="Vartan Bayramyan" userId="S::vartan.bayramyan@mybub.de::117a2765-03ae-487c-aecc-b38453655afc" providerId="AD" clId="Web-{EC3329D6-97C4-9318-39D5-BB32F0F54C06}" dt="2026-07-30T12:56:16.032" v="425"/>
        <pc:sldMkLst>
          <pc:docMk/>
          <pc:sldMk cId="2778273708" sldId="264"/>
        </pc:sldMkLst>
        <pc:spChg chg="del">
          <ac:chgData name="Vartan Bayramyan" userId="S::vartan.bayramyan@mybub.de::117a2765-03ae-487c-aecc-b38453655afc" providerId="AD" clId="Web-{EC3329D6-97C4-9318-39D5-BB32F0F54C06}" dt="2026-07-30T12:52:21.525" v="367"/>
          <ac:spMkLst>
            <pc:docMk/>
            <pc:sldMk cId="2778273708" sldId="264"/>
            <ac:spMk id="2" creationId="{0301B2C3-3C1C-CCA5-ED80-14A49159026C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2:52:53.557" v="368"/>
          <ac:spMkLst>
            <pc:docMk/>
            <pc:sldMk cId="2778273708" sldId="264"/>
            <ac:spMk id="3" creationId="{29B32330-0908-67FC-7D21-FDF509F77913}"/>
          </ac:spMkLst>
        </pc:spChg>
        <pc:spChg chg="add del mod">
          <ac:chgData name="Vartan Bayramyan" userId="S::vartan.bayramyan@mybub.de::117a2765-03ae-487c-aecc-b38453655afc" providerId="AD" clId="Web-{EC3329D6-97C4-9318-39D5-BB32F0F54C06}" dt="2026-07-30T12:53:35.496" v="372"/>
          <ac:spMkLst>
            <pc:docMk/>
            <pc:sldMk cId="2778273708" sldId="264"/>
            <ac:spMk id="5" creationId="{6EB0635C-DE63-8F6F-8033-4A102768012F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2:54:51.092" v="403" actId="14100"/>
          <ac:spMkLst>
            <pc:docMk/>
            <pc:sldMk cId="2778273708" sldId="264"/>
            <ac:spMk id="6" creationId="{24AC6893-6DAF-A350-94A5-8ED121CFE886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2:55:36.578" v="420" actId="20577"/>
          <ac:spMkLst>
            <pc:docMk/>
            <pc:sldMk cId="2778273708" sldId="264"/>
            <ac:spMk id="7" creationId="{AFFC882F-6976-10DE-F913-E8AD03A541BA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2:52:53.557" v="368"/>
          <ac:picMkLst>
            <pc:docMk/>
            <pc:sldMk cId="2778273708" sldId="264"/>
            <ac:picMk id="4" creationId="{BB8266B1-5644-2F34-E6FF-DB2579126141}"/>
          </ac:picMkLst>
        </pc:picChg>
      </pc:sldChg>
      <pc:sldChg chg="addSp delSp modSp new">
        <pc:chgData name="Vartan Bayramyan" userId="S::vartan.bayramyan@mybub.de::117a2765-03ae-487c-aecc-b38453655afc" providerId="AD" clId="Web-{EC3329D6-97C4-9318-39D5-BB32F0F54C06}" dt="2026-07-30T12:56:20.548" v="426" actId="14100"/>
        <pc:sldMkLst>
          <pc:docMk/>
          <pc:sldMk cId="1684103804" sldId="265"/>
        </pc:sldMkLst>
        <pc:spChg chg="del">
          <ac:chgData name="Vartan Bayramyan" userId="S::vartan.bayramyan@mybub.de::117a2765-03ae-487c-aecc-b38453655afc" providerId="AD" clId="Web-{EC3329D6-97C4-9318-39D5-BB32F0F54C06}" dt="2026-07-30T12:56:02.063" v="422"/>
          <ac:spMkLst>
            <pc:docMk/>
            <pc:sldMk cId="1684103804" sldId="265"/>
            <ac:spMk id="2" creationId="{DB0AEDEB-262F-61CF-0EA6-186653855DDF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2:56:06.407" v="423"/>
          <ac:spMkLst>
            <pc:docMk/>
            <pc:sldMk cId="1684103804" sldId="265"/>
            <ac:spMk id="3" creationId="{C7392C79-3FF1-AFD8-49D2-F7677C91D35C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2:56:20.548" v="426" actId="14100"/>
          <ac:picMkLst>
            <pc:docMk/>
            <pc:sldMk cId="1684103804" sldId="265"/>
            <ac:picMk id="4" creationId="{BC1008F9-B07E-7D98-A181-340CAFD5FC22}"/>
          </ac:picMkLst>
        </pc:picChg>
      </pc:sldChg>
      <pc:sldChg chg="addSp delSp modSp new">
        <pc:chgData name="Vartan Bayramyan" userId="S::vartan.bayramyan@mybub.de::117a2765-03ae-487c-aecc-b38453655afc" providerId="AD" clId="Web-{EC3329D6-97C4-9318-39D5-BB32F0F54C06}" dt="2026-07-30T12:59:30.976" v="451"/>
        <pc:sldMkLst>
          <pc:docMk/>
          <pc:sldMk cId="2038172281" sldId="266"/>
        </pc:sldMkLst>
        <pc:spChg chg="del">
          <ac:chgData name="Vartan Bayramyan" userId="S::vartan.bayramyan@mybub.de::117a2765-03ae-487c-aecc-b38453655afc" providerId="AD" clId="Web-{EC3329D6-97C4-9318-39D5-BB32F0F54C06}" dt="2026-07-30T12:59:22.319" v="450"/>
          <ac:spMkLst>
            <pc:docMk/>
            <pc:sldMk cId="2038172281" sldId="266"/>
            <ac:spMk id="2" creationId="{9B14AFB6-C081-D5DC-943B-DE3BF1B52DDC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2:59:30.976" v="451"/>
          <ac:spMkLst>
            <pc:docMk/>
            <pc:sldMk cId="2038172281" sldId="266"/>
            <ac:spMk id="3" creationId="{F91163C1-A9D4-A4DE-66BC-AD8004F44DBC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2:59:30.976" v="451"/>
          <ac:picMkLst>
            <pc:docMk/>
            <pc:sldMk cId="2038172281" sldId="266"/>
            <ac:picMk id="4" creationId="{E1C4660F-303D-D8F2-1814-8FA138F56415}"/>
          </ac:picMkLst>
        </pc:picChg>
      </pc:sldChg>
      <pc:sldChg chg="addSp delSp modSp new">
        <pc:chgData name="Vartan Bayramyan" userId="S::vartan.bayramyan@mybub.de::117a2765-03ae-487c-aecc-b38453655afc" providerId="AD" clId="Web-{EC3329D6-97C4-9318-39D5-BB32F0F54C06}" dt="2026-07-30T13:10:06.027" v="544" actId="20577"/>
        <pc:sldMkLst>
          <pc:docMk/>
          <pc:sldMk cId="2194184597" sldId="267"/>
        </pc:sldMkLst>
        <pc:spChg chg="del">
          <ac:chgData name="Vartan Bayramyan" userId="S::vartan.bayramyan@mybub.de::117a2765-03ae-487c-aecc-b38453655afc" providerId="AD" clId="Web-{EC3329D6-97C4-9318-39D5-BB32F0F54C06}" dt="2026-07-30T13:04:09.750" v="454"/>
          <ac:spMkLst>
            <pc:docMk/>
            <pc:sldMk cId="2194184597" sldId="267"/>
            <ac:spMk id="2" creationId="{86C8DF70-B19A-C1BF-535D-A9DE0E3775FB}"/>
          </ac:spMkLst>
        </pc:spChg>
        <pc:spChg chg="del">
          <ac:chgData name="Vartan Bayramyan" userId="S::vartan.bayramyan@mybub.de::117a2765-03ae-487c-aecc-b38453655afc" providerId="AD" clId="Web-{EC3329D6-97C4-9318-39D5-BB32F0F54C06}" dt="2026-07-30T13:04:28.423" v="455"/>
          <ac:spMkLst>
            <pc:docMk/>
            <pc:sldMk cId="2194184597" sldId="267"/>
            <ac:spMk id="3" creationId="{4587483C-5813-44B7-1011-3F6AEF908B67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3:06:31.755" v="489" actId="20577"/>
          <ac:spMkLst>
            <pc:docMk/>
            <pc:sldMk cId="2194184597" sldId="267"/>
            <ac:spMk id="5" creationId="{511E9A45-2FDF-2CAE-14D8-C59DB587CF71}"/>
          </ac:spMkLst>
        </pc:spChg>
        <pc:spChg chg="add del mod">
          <ac:chgData name="Vartan Bayramyan" userId="S::vartan.bayramyan@mybub.de::117a2765-03ae-487c-aecc-b38453655afc" providerId="AD" clId="Web-{EC3329D6-97C4-9318-39D5-BB32F0F54C06}" dt="2026-07-30T13:05:43.066" v="465"/>
          <ac:spMkLst>
            <pc:docMk/>
            <pc:sldMk cId="2194184597" sldId="267"/>
            <ac:spMk id="6" creationId="{78E5E483-8E87-B202-DF4B-89B5BF323A9F}"/>
          </ac:spMkLst>
        </pc:spChg>
        <pc:spChg chg="add mod">
          <ac:chgData name="Vartan Bayramyan" userId="S::vartan.bayramyan@mybub.de::117a2765-03ae-487c-aecc-b38453655afc" providerId="AD" clId="Web-{EC3329D6-97C4-9318-39D5-BB32F0F54C06}" dt="2026-07-30T13:10:06.027" v="544" actId="20577"/>
          <ac:spMkLst>
            <pc:docMk/>
            <pc:sldMk cId="2194184597" sldId="267"/>
            <ac:spMk id="7" creationId="{45E7055D-409C-F0AA-F19D-1D557290B13C}"/>
          </ac:spMkLst>
        </pc:spChg>
        <pc:spChg chg="add del">
          <ac:chgData name="Vartan Bayramyan" userId="S::vartan.bayramyan@mybub.de::117a2765-03ae-487c-aecc-b38453655afc" providerId="AD" clId="Web-{EC3329D6-97C4-9318-39D5-BB32F0F54C06}" dt="2026-07-30T13:07:26.944" v="509"/>
          <ac:spMkLst>
            <pc:docMk/>
            <pc:sldMk cId="2194184597" sldId="267"/>
            <ac:spMk id="8" creationId="{14D12F57-B5E4-C7E0-10DA-306DCBBCA4C6}"/>
          </ac:spMkLst>
        </pc:spChg>
        <pc:picChg chg="add mod ord">
          <ac:chgData name="Vartan Bayramyan" userId="S::vartan.bayramyan@mybub.de::117a2765-03ae-487c-aecc-b38453655afc" providerId="AD" clId="Web-{EC3329D6-97C4-9318-39D5-BB32F0F54C06}" dt="2026-07-30T13:08:36.509" v="530" actId="1076"/>
          <ac:picMkLst>
            <pc:docMk/>
            <pc:sldMk cId="2194184597" sldId="267"/>
            <ac:picMk id="4" creationId="{56C16BE0-B109-2486-9727-8A20E32AEB5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78874E-8C20-489A-B267-173A57ACB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2514" y="2421239"/>
            <a:ext cx="6096000" cy="31455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DB8EFA-15C9-ADA0-8EE0-2E29AA54D914}"/>
              </a:ext>
            </a:extLst>
          </p:cNvPr>
          <p:cNvSpPr/>
          <p:nvPr/>
        </p:nvSpPr>
        <p:spPr>
          <a:xfrm>
            <a:off x="3049399" y="1510698"/>
            <a:ext cx="6110514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72286-4D64-8B0A-F0CF-D38E9BAACBCC}"/>
              </a:ext>
            </a:extLst>
          </p:cNvPr>
          <p:cNvSpPr txBox="1"/>
          <p:nvPr/>
        </p:nvSpPr>
        <p:spPr>
          <a:xfrm>
            <a:off x="3065874" y="1645644"/>
            <a:ext cx="62774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Cooper Black"/>
              </a:rPr>
              <a:t>Footage Stuttgart gestern</a:t>
            </a:r>
            <a:endParaRPr lang="en-US" sz="3600">
              <a:latin typeface="Cooper Black"/>
            </a:endParaRPr>
          </a:p>
        </p:txBody>
      </p:sp>
    </p:spTree>
    <p:extLst>
      <p:ext uri="{BB962C8B-B14F-4D97-AF65-F5344CB8AC3E}">
        <p14:creationId xmlns:p14="http://schemas.microsoft.com/office/powerpoint/2010/main" val="1608307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EDE7F8-0D4B-9664-AD74-2AFBA254A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6622" y="2052072"/>
            <a:ext cx="2683328" cy="3354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43DB0C-022C-EBF7-F5E0-0578F8D90E94}"/>
              </a:ext>
            </a:extLst>
          </p:cNvPr>
          <p:cNvSpPr/>
          <p:nvPr/>
        </p:nvSpPr>
        <p:spPr>
          <a:xfrm>
            <a:off x="4537463" y="1692126"/>
            <a:ext cx="2677885" cy="3628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74C5E-8A3F-9B27-1BC1-E33A1A6ED11F}"/>
              </a:ext>
            </a:extLst>
          </p:cNvPr>
          <p:cNvSpPr txBox="1"/>
          <p:nvPr/>
        </p:nvSpPr>
        <p:spPr>
          <a:xfrm>
            <a:off x="4539354" y="1705474"/>
            <a:ext cx="2685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egoe UI"/>
                <a:cs typeface="Segoe UI"/>
              </a:rPr>
              <a:t>Die Treppen nach Pause</a:t>
            </a:r>
          </a:p>
        </p:txBody>
      </p:sp>
    </p:spTree>
    <p:extLst>
      <p:ext uri="{BB962C8B-B14F-4D97-AF65-F5344CB8AC3E}">
        <p14:creationId xmlns:p14="http://schemas.microsoft.com/office/powerpoint/2010/main" val="1222177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127211-174F-441A-1F78-09DDDF41F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1975" y="1891506"/>
            <a:ext cx="34480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21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335EA1-FA8D-55DB-953D-FC4C3736E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3579" y="1825625"/>
            <a:ext cx="35848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1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1008F9-B07E-7D98-A181-340CAFD5F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1362" y="2124416"/>
            <a:ext cx="6623503" cy="32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0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C4660F-303D-D8F2-1814-8FA138F56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3653" y="1943894"/>
            <a:ext cx="356469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7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FEDF46-A8C9-FD11-FE6E-DFF3AAB22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8288" y="1825625"/>
            <a:ext cx="38354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45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63A4AA-BF09-BAF0-D99E-A63CABC8F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0737" y="1825625"/>
            <a:ext cx="55505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10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F196A0-CDBE-9925-90CF-ADA0CAD16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3572" y="1825625"/>
            <a:ext cx="27848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4506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196300-073c-4fcb-baae-88fbc02353f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F13EEE16645504E841AAD68808A1FBC" ma:contentTypeVersion="10" ma:contentTypeDescription="Ein neues Dokument erstellen." ma:contentTypeScope="" ma:versionID="79add11c1a69ac2fa6e01bf0223c7ae2">
  <xsd:schema xmlns:xsd="http://www.w3.org/2001/XMLSchema" xmlns:xs="http://www.w3.org/2001/XMLSchema" xmlns:p="http://schemas.microsoft.com/office/2006/metadata/properties" xmlns:ns2="d8196300-073c-4fcb-baae-88fbc02353f2" targetNamespace="http://schemas.microsoft.com/office/2006/metadata/properties" ma:root="true" ma:fieldsID="062a2fb5d51ba48751db9f0fc5ec7605" ns2:_="">
    <xsd:import namespace="d8196300-073c-4fcb-baae-88fbc02353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96300-073c-4fcb-baae-88fbc02353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7a133f11-0f5b-47f1-9d99-f6a0a57c17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A36FBA-7A7A-449A-89A8-1881E981A9AD}">
  <ds:schemaRefs>
    <ds:schemaRef ds:uri="http://schemas.microsoft.com/office/2006/metadata/properties"/>
    <ds:schemaRef ds:uri="http://schemas.microsoft.com/office/infopath/2007/PartnerControls"/>
    <ds:schemaRef ds:uri="d8196300-073c-4fcb-baae-88fbc02353f2"/>
  </ds:schemaRefs>
</ds:datastoreItem>
</file>

<file path=customXml/itemProps2.xml><?xml version="1.0" encoding="utf-8"?>
<ds:datastoreItem xmlns:ds="http://schemas.openxmlformats.org/officeDocument/2006/customXml" ds:itemID="{054A71B5-4932-4113-A7B0-C25C03CFF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96300-073c-4fcb-baae-88fbc02353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49C4DE-C404-4E37-837E-171000F500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Larissa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260</cp:revision>
  <dcterms:created xsi:type="dcterms:W3CDTF">2026-07-30T11:06:45Z</dcterms:created>
  <dcterms:modified xsi:type="dcterms:W3CDTF">2026-07-30T13:59:55Z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0x0101005F13EEE16645504E841AAD68808A1FBC</vt:lpwstr>
  </property>
  <property fmtid="{D5CDD505-2E9C-101B-9397-08002B2CF9AE}" pid="3" name="MediaServiceImageTags">
    <vt:lpwstr/>
  </property>
</Properties>
</file>